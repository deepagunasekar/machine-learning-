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Capstone Project – End-to-End Data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Analyze e-commerce product data to understand trends and customer preferences.</a:t>
            </a:r>
          </a:p>
          <a:p>
            <a:r>
              <a:t>Goal: Use data science and machine learning to enhance product recommendations and marketing.</a:t>
            </a:r>
          </a:p>
          <a:p/>
          <a:p>
            <a:r>
              <a:t>Phases:</a:t>
            </a:r>
          </a:p>
          <a:p>
            <a:r>
              <a:t>1. Data Extraction</a:t>
            </a:r>
          </a:p>
          <a:p>
            <a:r>
              <a:t>2. Data Cleaning</a:t>
            </a:r>
          </a:p>
          <a:p>
            <a:r>
              <a:t>3. Data Storage</a:t>
            </a:r>
          </a:p>
          <a:p>
            <a:r>
              <a:t>4. Unsupervised Learning</a:t>
            </a:r>
          </a:p>
          <a:p>
            <a:r>
              <a:t>5. Supervised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Extracted From: E-commerce website (Product Name, Price, Category, Ratings, Reviews).</a:t>
            </a:r>
          </a:p>
          <a:p/>
          <a:p>
            <a:r>
              <a:t>Cleaning Steps:</a:t>
            </a:r>
          </a:p>
          <a:p>
            <a:r>
              <a:t>- Handled missing values &amp; duplicates</a:t>
            </a:r>
          </a:p>
          <a:p>
            <a:r>
              <a:t>- Standardized currency and text formats</a:t>
            </a:r>
          </a:p>
          <a:p>
            <a:r>
              <a:t>- Filtered irrelevant records</a:t>
            </a:r>
          </a:p>
          <a:p/>
          <a:p>
            <a:r>
              <a:t>Outcome: Clean and structured dataset ready for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Storage and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Database Used: SQLAlchemy – relational storage for scalability and access.</a:t>
            </a:r>
          </a:p>
          <a:p/>
          <a:p>
            <a:r>
              <a:t>Clustering Algorithm: K-Means</a:t>
            </a:r>
          </a:p>
          <a:p>
            <a:r>
              <a:t>Objective: Group similar products to identify hidden market patterns.</a:t>
            </a:r>
          </a:p>
          <a:p/>
          <a:p>
            <a:r>
              <a:t>Result: Optimal number of clusters identified for better product segmentation.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Classification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Performance Summary:</a:t>
            </a:r>
          </a:p>
          <a:p/>
          <a:p>
            <a:r>
              <a:t>Logistic Regression – High Accuracy (~97–98%), Stable &amp; Interpretable</a:t>
            </a:r>
          </a:p>
          <a:p>
            <a:r>
              <a:t>KNN – Slightly Lower (~96–97%), Effective for Non-linear Patterns</a:t>
            </a:r>
          </a:p>
          <a:p>
            <a:r>
              <a:t>SVM – Moderate, Sensitive to Parameters</a:t>
            </a:r>
          </a:p>
          <a:p>
            <a:r>
              <a:t>Random Forest – High, Robust and Balanced</a:t>
            </a:r>
          </a:p>
          <a:p>
            <a:r>
              <a:t>XGBoost – Very High, Best after Tuning</a:t>
            </a:r>
          </a:p>
          <a:p/>
          <a:p>
            <a:r>
              <a:t>Key Insight: Logistic Regression and XGBoost gave the most reliable classification accuracy.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and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Insights:</a:t>
            </a:r>
          </a:p>
          <a:p>
            <a:r>
              <a:t>- Clean, balanced data significantly improved model performance.</a:t>
            </a:r>
          </a:p>
          <a:p>
            <a:r>
              <a:t>- Clustering revealed meaningful product groupings.</a:t>
            </a:r>
          </a:p>
          <a:p>
            <a:r>
              <a:t>- Logistic Regression and XGBoost achieved top accuracy.</a:t>
            </a:r>
          </a:p>
          <a:p/>
          <a:p>
            <a:r>
              <a:t>Recommendations:</a:t>
            </a:r>
          </a:p>
          <a:p>
            <a:r>
              <a:t>- Deploy XGBoost for production due to robustness.</a:t>
            </a:r>
          </a:p>
          <a:p>
            <a:r>
              <a:t>- Use Logistic Regression for explainability.</a:t>
            </a:r>
          </a:p>
          <a:p>
            <a:r>
              <a:t>- Continue collecting data to improve model generalization.</a:t>
            </a:r>
          </a:p>
          <a:p>
            <a:r>
              <a:t>- Explore ensemble and deep learning methods in future.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